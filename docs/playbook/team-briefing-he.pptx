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7C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1 /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0" y="384048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7C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תדרוך צוות — המודל התפעולי החדש · 30 דקות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אנחנו כאן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7C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1 · 2 דקות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140135" y="2468880"/>
            <a:ext cx="502920" cy="50292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11140135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מיפינו את כל המפעל: מי עושה מה, מתי, ועם אילו סמכויות. הכול כתוב במקום אחד עכשיו.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140135" y="3703320"/>
            <a:ext cx="502920" cy="50292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1140135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המטרה: פחות טלפונים של “מה יש במלאי?”, פחות זיכויים, פחות כאוס של ראשון בבוקר. לא יותר עבודה — פחות.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140135" y="4937760"/>
            <a:ext cx="502920" cy="50292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1140135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מהיום יש שעון אחד וכללים כתובים. מה שלא כתוב — שואלים, מעדכנים, כותבים.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2 /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0" y="384048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התפעולי החדש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השעון היומי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2 · 5 דקות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605414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0278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6:00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דניס מייצר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385958" y="233172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48318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03182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8:00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הרכב יוצא (מיידן)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28862" y="233172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1221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6085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תדריך 5 דקות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71765" y="233172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34124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8988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במהלך היום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מקסים מלקט READY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14668" y="233172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7027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1891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סוף קליטת הזמנות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57571" y="233172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19930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4794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14:00–15:00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תום+דורין מול המלאי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00474" y="233172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062834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17698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נעילה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43378" y="233172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805737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0601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מקסים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סיבוב סופי + חשבוניות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86281" y="233172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2331720"/>
            <a:ext cx="1037641" cy="1874520"/>
          </a:xfrm>
          <a:prstGeom prst="roundRect">
            <a:avLst>
              <a:gd name="adj" fmla="val 705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2386584"/>
            <a:ext cx="92791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מחר בבוקר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על המשאית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החידוש הגדול: </a:t>
            </a:r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שחסר מתגלה ב-14:00 מול הלקוח — לא בליקוט ולא בדלת.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961888"/>
            <a:ext cx="347472" cy="347472"/>
          </a:xfrm>
          <a:prstGeom prst="ellipse">
            <a:avLst/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961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3 / 8 · 3 דק'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0" y="384048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התפעולי החדש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תדריך הבוקר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בוקר · 9:30 · 5 דקות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7797" y="2286000"/>
            <a:ext cx="3515258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3966" y="25603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Text 6"/>
          <p:cNvSpPr/>
          <p:nvPr/>
        </p:nvSpPr>
        <p:spPr>
          <a:xfrm>
            <a:off x="9633966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19237" y="3291840"/>
            <a:ext cx="33323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פערי אתמול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38218" y="2286000"/>
            <a:ext cx="3515258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44388" y="25603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2" name="Text 10"/>
          <p:cNvSpPr/>
          <p:nvPr/>
        </p:nvSpPr>
        <p:spPr>
          <a:xfrm>
            <a:off x="5844388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29658" y="3291840"/>
            <a:ext cx="33323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היום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515258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4809" y="25603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2054809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33323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דגלים אדומים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8912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משתתפים: </a:t>
            </a:r>
            <a:pPr algn="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דניס, מקסים, דורין. תום מוביל, דורין מחליפה.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4415" cy="594360"/>
          </a:xfrm>
          <a:prstGeom prst="roundRect">
            <a:avLst>
              <a:gd name="adj" fmla="val 9231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29200"/>
            <a:ext cx="105457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הפורמט: </a:t>
            </a:r>
            <a:pPr algn="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חריגים בלבד. לא ישיבה — עמידה.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961888"/>
            <a:ext cx="347472" cy="347472"/>
          </a:xfrm>
          <a:prstGeom prst="ellipse">
            <a:avLst/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961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4 / 8 · 10 דק'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0" y="384048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עוברים דף-דף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משתנה לכל אחד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עמדה מודפס לכל תפקיד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8899855"/>
                <a:gridCol w="219456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מה משתנה</a:t>
                      </a:r>
                      <a:endParaRPr lang="en-US" sz="1400" dirty="0"/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תפקיד</a:t>
                      </a:r>
                      <a:endParaRPr lang="en-US" sz="1400" dirty="0"/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קבלת סחורה נרשמת בדלת, באותו רגע, מול הזמנת הרכש. + ספירה קצרה בחמישי של מה שהמערכת מסמנת.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דניס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ליקוט בשני גלים — במהלך היום רק READY, סיבוב סופי אחרי 15:00. ספירת תוצרת חמישי 8:00.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מקסים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כל חריגה — שיחה לדורין </a:t>
                      </a:r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לפני</a:t>
                      </a:r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שמסמנים. תמיד.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מיידן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רכש — רק מהתור בפורטל. גבייה עוברת לשני+רביעי. ראשון מתחילים 8:30.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דורין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שורת “זמין לרכש” בתזרים (בהמשך) · בדיקה עם דורין בשלישי.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עדי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82880" marB="182880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עמדה מודפס לכל אחד — זה החוזה, לא צריך לזכור כלום בעל-פה.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961888"/>
            <a:ext cx="347472" cy="347472"/>
          </a:xfrm>
          <a:prstGeom prst="ellipse">
            <a:avLst/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961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5 / 8 · 3 דק'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0" y="384048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מאשר מה, ועד כמה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סמכויות בשקלים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לבד עד —, מעל זה עולה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103120"/>
                <a:gridCol w="48764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מעל</a:t>
                      </a:r>
                      <a:endParaRPr lang="en-US" sz="1400" dirty="0"/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לבד עד</a:t>
                      </a:r>
                      <a:endParaRPr lang="en-US" sz="1400" dirty="0"/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מי</a:t>
                      </a:r>
                      <a:endParaRPr lang="en-US" sz="1400" dirty="0"/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דורין — זיכוי מתועד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דורין — זיכוי ידני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תום/אלכס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דניס — זריקת חו"ג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דרך דורין; 300–2,000 תום; מעל 2,000 אלכס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דניס — ציוד בעצירת ייצור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אישור תום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רושמת עד 1,000₪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6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עדי — תשלום ספק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64592" marB="164592" anchor="ctr">
                    <a:lnL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הנחות: </a:t>
            </a:r>
            <a:pPr algn="r" indent="0" marL="0">
              <a:buNone/>
            </a:pPr>
            <a:r>
              <a:rPr lang="en-US" sz="13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דרך תום. תמיד.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961888"/>
            <a:ext cx="347472" cy="347472"/>
          </a:xfrm>
          <a:prstGeom prst="ellipse">
            <a:avLst/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961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6 / 8 · 4 דק'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0" y="384048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התפעולי החדש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ראשון החדש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נגמר “מבינים תוך כדי תנועה”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75191" y="228600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66631" y="237744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מוצ"ש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מכינה: סיכום הזמנות + טיוטת ייצור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00871" y="2286000"/>
            <a:ext cx="274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33008" y="228600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4448" y="237744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6:00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דניס מתחיל — בלי לחכות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58688" y="2286000"/>
            <a:ext cx="274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90824" y="228600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2264" y="237744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קאט-אוף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16504" y="2286000"/>
            <a:ext cx="274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7744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הרכב יוצא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5196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הזמנה שאיחרה — מחר (גם שני זה מרכז, הלקוח לא נפגע).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i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“נגמר ה‘מבינים תוך כדי תנועה’.”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961888"/>
            <a:ext cx="347472" cy="347472"/>
          </a:xfrm>
          <a:prstGeom prst="ellipse">
            <a:avLst/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961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7 / 8 · 3 דק'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0" y="384048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התפעולי החדש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נדע שזה עובד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מספרים, לא תחושות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7797" y="2286000"/>
            <a:ext cx="3515258" cy="2880360"/>
          </a:xfrm>
          <a:prstGeom prst="roundRect">
            <a:avLst>
              <a:gd name="adj" fmla="val 254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64957" y="2651760"/>
            <a:ext cx="32409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ראשון · 10:00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47253" y="3657600"/>
            <a:ext cx="307634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אחד עם המספרים: זיכויים, קבלות, דיווחי ייצור, תור רכש.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8218" y="2286000"/>
            <a:ext cx="3515258" cy="2880360"/>
          </a:xfrm>
          <a:prstGeom prst="roundRect">
            <a:avLst>
              <a:gd name="adj" fmla="val 254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5378" y="2651760"/>
            <a:ext cx="32409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מודדת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57674" y="3657600"/>
            <a:ext cx="307634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מישהו עומד עם סטופר. אם מספר לא זז — מתקנים את התהליך, לא מאשימים אנשים.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3515258" cy="2880360"/>
          </a:xfrm>
          <a:prstGeom prst="roundRect">
            <a:avLst>
              <a:gd name="adj" fmla="val 2540"/>
            </a:avLst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51760"/>
            <a:ext cx="32409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שבועות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096" y="3657600"/>
            <a:ext cx="307634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הטמעה: שני הרגלים חדשים לאדם בשבוע, לא יותר.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961888"/>
            <a:ext cx="347472" cy="347472"/>
          </a:xfrm>
          <a:prstGeom prst="ellipse">
            <a:avLst/>
          </a:prstGeom>
          <a:solidFill>
            <a:srgbClr val="F2F2F2"/>
          </a:solidFill>
          <a:ln w="9525">
            <a:solidFill>
              <a:srgbClr val="DCE0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961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7C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סיום /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0" y="384048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7C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תדרוך צוות — המודל התפעולי החדש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0" y="5029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3F4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7C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שקף סיום · שאלה אחת לכל אחד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“מה הדבר האחד שהכי מפריע לך ביום העבודה?”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רושמים, חוזרים עם תשובה תוך שבוע.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2026-07-23T14:02:59Z</dcterms:created>
  <dcterms:modified xsi:type="dcterms:W3CDTF">2026-07-23T14:02:59Z</dcterms:modified>
</cp:coreProperties>
</file>